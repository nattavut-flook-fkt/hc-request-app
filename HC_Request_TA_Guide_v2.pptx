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op_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31520"/>
            <a:ext cx="6858000" cy="5943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0" y="731520"/>
            <a:ext cx="6858000" cy="5943600"/>
          </a:xfrm>
          <a:prstGeom prst="rect">
            <a:avLst/>
          </a:prstGeom>
          <a:solidFill>
            <a:srgbClr val="007058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BBF7D0"/>
                </a:solidFill>
              </a:rPr>
              <a:t>📋  HC Request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943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คู่มือสำหรับ
TA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F7D0"/>
                </a:solidFill>
              </a:rPr>
              <a:t>วิธีรับเคส • เปลี่ยน Status • จัดการข้อมูล Candidate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80560"/>
            <a:ext cx="2194560" cy="36576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E7B7"/>
                </a:solidFill>
              </a:rPr>
              <a:t>People Experience · Freshket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EE7B7"/>
                </a:solidFill>
              </a:rPr>
              <a:t>hcrequest.web.app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📊 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F7D0"/>
                </a:solidFill>
              </a:rPr>
              <a:t>หน้าแรกหลัง Login — ภาพรวมทุกเคส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1335024"/>
            <a:ext cx="7772400" cy="5303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77724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307592"/>
            <a:ext cx="7717536" cy="5248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21040" y="1280160"/>
            <a:ext cx="36576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417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065"/>
                </a:solidFill>
              </a:rPr>
              <a:t>สิ่งที่เห็นใน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58200" y="1920240"/>
            <a:ext cx="45720" cy="73152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9202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65"/>
                </a:solidFill>
              </a:rPr>
              <a:t>📦 Stat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26771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จำนวนเคสแต่ละสถานะ (Open, In Progress, Offering…)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2926080"/>
            <a:ext cx="45720" cy="73152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29260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65"/>
                </a:solidFill>
              </a:rPr>
              <a:t>📅 Monthly 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27355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กราฟ HC Request รายเดือน เทียบปีก่อน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3931920"/>
            <a:ext cx="45720" cy="73152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9319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65"/>
                </a:solidFill>
              </a:rPr>
              <a:t>📊 Breakdown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427939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แยกตามแผนก / ตำแหน่ง 6 เดือนล่าสุด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4937760"/>
            <a:ext cx="45720" cy="73152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49377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65"/>
                </a:solidFill>
              </a:rPr>
              <a:t>🔄 รายการ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52852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เปลี่ยน Status และดู SLA ได้จากตาราง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5943600"/>
            <a:ext cx="3383280" cy="438912"/>
          </a:xfrm>
          <a:prstGeom prst="rect">
            <a:avLst/>
          </a:prstGeom>
          <a:solidFill>
            <a:srgbClr val="FFF9C4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5989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2700A"/>
                </a:solidFill>
              </a:rPr>
              <a:t>💡 กด "รายการ" มุมขวาบน
เพื่อดูตาราง request ทั้งหมด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📋  All 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F7D0"/>
                </a:solidFill>
              </a:rPr>
              <a:t>ดู request ทั้งหมด — เปลี่ยน Status ได้จากหน้านี้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1335024"/>
            <a:ext cx="7772400" cy="5303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77724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02_all_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307592"/>
            <a:ext cx="7717536" cy="5248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828800"/>
            <a:ext cx="2560320" cy="438912"/>
          </a:xfrm>
          <a:prstGeom prst="rect">
            <a:avLst/>
          </a:prstGeom>
          <a:solidFill>
            <a:srgbClr val="EEF2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2700A"/>
                </a:solidFill>
              </a:rPr>
              <a:t>① Status Tabs — กรองด้วยสถานะ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43200"/>
            <a:ext cx="2560320" cy="438912"/>
          </a:xfrm>
          <a:prstGeom prst="rect">
            <a:avLst/>
          </a:prstGeom>
          <a:solidFill>
            <a:srgbClr val="ECFDF5"/>
          </a:solidFill>
          <a:ln w="1905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2700A"/>
                </a:solidFill>
              </a:rPr>
              <a:t>② Dropdown Status — คลิกเพื่อเปลี่ยน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2560320" cy="438912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2700A"/>
                </a:solidFill>
              </a:rPr>
              <a:t>③ SLA — วันที่ใช้ไปแต่ละเคส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572000"/>
            <a:ext cx="2560320" cy="438912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6177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2700A"/>
                </a:solidFill>
              </a:rPr>
              <a:t>④ ค้นหา / Filter ด้านบน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280160"/>
            <a:ext cx="36576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417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065"/>
                </a:solidFill>
              </a:rPr>
              <a:t>วิธีเปลี่ยน Status</a:t>
            </a:r>
          </a:p>
        </p:txBody>
      </p:sp>
      <p:sp>
        <p:nvSpPr>
          <p:cNvPr id="19" name="Oval 18"/>
          <p:cNvSpPr/>
          <p:nvPr/>
        </p:nvSpPr>
        <p:spPr>
          <a:xfrm>
            <a:off x="8458200" y="1965960"/>
            <a:ext cx="365760" cy="365760"/>
          </a:xfrm>
          <a:prstGeom prst="ellipse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97510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1920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หาเคสที่ต้องการ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22311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ค้นหาหรือ filter</a:t>
            </a:r>
          </a:p>
        </p:txBody>
      </p:sp>
      <p:sp>
        <p:nvSpPr>
          <p:cNvPr id="23" name="Oval 22"/>
          <p:cNvSpPr/>
          <p:nvPr/>
        </p:nvSpPr>
        <p:spPr>
          <a:xfrm>
            <a:off x="8458200" y="2788920"/>
            <a:ext cx="365760" cy="365760"/>
          </a:xfrm>
          <a:prstGeom prst="ellipse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279806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27432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คลิก Dropdown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305409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ที่ช่อง Status</a:t>
            </a:r>
          </a:p>
        </p:txBody>
      </p:sp>
      <p:sp>
        <p:nvSpPr>
          <p:cNvPr id="27" name="Oval 26"/>
          <p:cNvSpPr/>
          <p:nvPr/>
        </p:nvSpPr>
        <p:spPr>
          <a:xfrm>
            <a:off x="8458200" y="3611880"/>
            <a:ext cx="365760" cy="365760"/>
          </a:xfrm>
          <a:prstGeom prst="ellipse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362102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42832" y="3566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เลือก Status ใหม่</a:t>
            </a:r>
          </a:p>
        </p:txBody>
      </p:sp>
      <p:sp>
        <p:nvSpPr>
          <p:cNvPr id="30" name="Oval 29"/>
          <p:cNvSpPr/>
          <p:nvPr/>
        </p:nvSpPr>
        <p:spPr>
          <a:xfrm>
            <a:off x="8458200" y="4434840"/>
            <a:ext cx="365760" cy="365760"/>
          </a:xfrm>
          <a:prstGeom prst="ellipse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444398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42832" y="4389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กรอกข้อมูล (ถ้ามี)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2832" y="47000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Popup จะขึ้นเอง</a:t>
            </a:r>
          </a:p>
        </p:txBody>
      </p:sp>
      <p:sp>
        <p:nvSpPr>
          <p:cNvPr id="34" name="Oval 33"/>
          <p:cNvSpPr/>
          <p:nvPr/>
        </p:nvSpPr>
        <p:spPr>
          <a:xfrm>
            <a:off x="8458200" y="5257800"/>
            <a:ext cx="365760" cy="365760"/>
          </a:xfrm>
          <a:prstGeom prst="ellipse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526694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42832" y="5212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กด ยืนยัน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42832" y="55229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ระบบ sync อัตโนมัติ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🗂️  My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F7D0"/>
                </a:solidFill>
              </a:rPr>
              <a:t>เฉพาะเคสที่คุณรับผิดชอบ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2464" y="1335024"/>
            <a:ext cx="8275320" cy="5303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1280160"/>
            <a:ext cx="82753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03_my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1307592"/>
            <a:ext cx="8220456" cy="5248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1280160"/>
            <a:ext cx="32004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4173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065"/>
                </a:solidFill>
              </a:rPr>
              <a:t>My Cases
คืออะไร?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33172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35000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317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แสดงเฉพาะเคสที่
ระบบ assign มาให้คุณ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24612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26440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461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ใช้แทน All Requests
สำหรับงานของตัวเอง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416052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17880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เปลี่ยน Status ได้
เหมือนกันทุกอย่าง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507492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09320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749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มี SLA Timer บอก
วันที่ผ่านมาแต่ละเคส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989320"/>
            <a:ext cx="292608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035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5C49"/>
                </a:solidFill>
              </a:rPr>
              <a:t>🤖 Auto-Assign: เมื่อ TA เปลี่ยน status
จาก Open ครั้งแรก → ระบบ assign ให้คุณอัตโนมัติ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🔄  Status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F7D0"/>
                </a:solidFill>
              </a:rPr>
              <a:t>ลำดับขั้นตอนการเปลี่ยนสถานะ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" y="1645920"/>
            <a:ext cx="1664208" cy="2103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600200"/>
            <a:ext cx="1664208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600200"/>
            <a:ext cx="1664208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764792"/>
            <a:ext cx="16642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93B"/>
                </a:solidFill>
              </a:rPr>
              <a:t>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42316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</a:rPr>
              <a:t>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862072"/>
            <a:ext cx="1481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Manager เปิดเคสใหม่
รอ TA รับ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56816" y="2331720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21992" y="1645920"/>
            <a:ext cx="1664208" cy="2103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6272" y="1600200"/>
            <a:ext cx="1664208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6272" y="1600200"/>
            <a:ext cx="1664208" cy="9144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76272" y="1764792"/>
            <a:ext cx="16642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93B"/>
                </a:solidFill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242316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065"/>
                </a:solidFill>
              </a:rPr>
              <a:t>Recruiting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7712" y="2862072"/>
            <a:ext cx="1481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TA รับเคส
กำลังหาผู้สมัคร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7056" y="2331720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42232" y="1645920"/>
            <a:ext cx="1664208" cy="2103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96512" y="1600200"/>
            <a:ext cx="1664208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96512" y="1600200"/>
            <a:ext cx="1664208" cy="914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6512" y="1764792"/>
            <a:ext cx="16642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93B"/>
                </a:solidFill>
              </a:rPr>
              <a:t>🗣️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242316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338CA"/>
                </a:solidFill>
              </a:rPr>
              <a:t>Interviewing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87952" y="2862072"/>
            <a:ext cx="1481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อยู่ระหว่าง
สัมภาษณ์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97296" y="2331720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62472" y="1645920"/>
            <a:ext cx="1664208" cy="2103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16752" y="1600200"/>
            <a:ext cx="1664208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16752" y="1600200"/>
            <a:ext cx="1664208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16752" y="1764792"/>
            <a:ext cx="16642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93B"/>
                </a:solidFill>
              </a:rPr>
              <a:t>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6752" y="242316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</a:rPr>
              <a:t>Offering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2862072"/>
            <a:ext cx="1481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ส่ง Offer
บันทึกชื่อ + CV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7536" y="2331720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82712" y="1645920"/>
            <a:ext cx="1664208" cy="2103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36992" y="1600200"/>
            <a:ext cx="1664208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36992" y="1600200"/>
            <a:ext cx="166420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36992" y="1764792"/>
            <a:ext cx="16642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93B"/>
                </a:solidFill>
              </a:rPr>
              <a:t>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36992" y="242316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</a:rPr>
              <a:t>Onboarding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28432" y="2862072"/>
            <a:ext cx="1481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รอเริ่มงาน
บันทึกวันที่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37776" y="2331720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02952" y="1645920"/>
            <a:ext cx="1664208" cy="2103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57232" y="1600200"/>
            <a:ext cx="1664208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57232" y="1600200"/>
            <a:ext cx="1664208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57232" y="1764792"/>
            <a:ext cx="16642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93B"/>
                </a:solidFill>
              </a:rPr>
              <a:t>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57232" y="242316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</a:rPr>
              <a:t>Closed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48672" y="2862072"/>
            <a:ext cx="1481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Onboard
สำเร็จ! 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032" y="3931920"/>
            <a:ext cx="5577840" cy="6858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400507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</a:rPr>
              <a:t>❌  Rejected — TA สามารถ Reject ได้ทุกสถานะ พร้อมกรอกเหตุผล
    ถ้ายังหาคนไม่ได้ → กลับมา Recruit ใหม่ได้เสมอ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3931920"/>
            <a:ext cx="566928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400507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97706"/>
                </a:solidFill>
              </a:rPr>
              <a:t>📋 Offering → กรอกชื่อ Candidate + ลิ้ง CV (Google Drive)
🟦 Onboarding → กรอก ชื่อ Candidate + วันเริ่มงาน (บังคับ)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" y="4754880"/>
            <a:ext cx="11658600" cy="1371600"/>
          </a:xfrm>
          <a:prstGeom prst="rect">
            <a:avLst/>
          </a:prstGeom>
          <a:solidFill>
            <a:srgbClr val="F8FA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864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</a:rPr>
              <a:t>🔔  Slack แจ้งเตือนอัตโนมัติ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52303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38CA"/>
                </a:solidFill>
              </a:rPr>
              <a:t>#internal-hc-request  →  เมื่อ Manager เปิดเคสใหม่
#internal-hc-updates   →  ทุกครั้งที่ Status เปลี่ยน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📋  Offering — บันทึก Candidate + 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F7D0"/>
                </a:solidFill>
              </a:rPr>
              <a:t>เมื่อส่ง Offer ให้ผู้สมัครแล้ว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475488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475488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</a:rPr>
              <a:t>📋  Offering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กรอกชื่อผู้สมัครที่ได้รับ offer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ชื่อ CANDIDATE (OPTIONAL)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788920"/>
            <a:ext cx="41605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8529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ชื่อ-นามสกุล ผู้สมัคร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74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ลิ้ง CV (OPTIONAL)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794760"/>
            <a:ext cx="41605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8587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https://drive.google.com/...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5394960"/>
            <a:ext cx="1737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4589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ยกเลิก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5394960"/>
            <a:ext cx="2103120" cy="50292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545896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ยืนยัน Offering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371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</a:rPr>
              <a:t>วิธีใช้ Offering Modal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0" y="2048256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05740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011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ชื่อ Candidate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35915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ใส่ชื่อ-นามสกุลผู้สมัคร
(กรอกหรือไม่ก็ได้)</a:t>
            </a:r>
          </a:p>
        </p:txBody>
      </p:sp>
      <p:sp>
        <p:nvSpPr>
          <p:cNvPr id="25" name="Oval 24"/>
          <p:cNvSpPr/>
          <p:nvPr/>
        </p:nvSpPr>
        <p:spPr>
          <a:xfrm>
            <a:off x="5943600" y="3282696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329184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2461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ลิ้ง CV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359359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วาง Google Drive link ของ CV
⚠️ ต้องตั้ง Share "Anyone with link" ก่อน</a:t>
            </a:r>
          </a:p>
        </p:txBody>
      </p:sp>
      <p:sp>
        <p:nvSpPr>
          <p:cNvPr id="29" name="Oval 28"/>
          <p:cNvSpPr/>
          <p:nvPr/>
        </p:nvSpPr>
        <p:spPr>
          <a:xfrm>
            <a:off x="5943600" y="4517136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452628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4480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ยืนยัน Offering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82803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กดปุ่ม → ระบบบันทึก + sync
ไป Google Sheets อัตโนมัติ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5715000"/>
            <a:ext cx="5989320" cy="640080"/>
          </a:xfrm>
          <a:prstGeom prst="rect">
            <a:avLst/>
          </a:prstGeom>
          <a:solidFill>
            <a:srgbClr val="ECFDF5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5779008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5C49"/>
                </a:solidFill>
              </a:rPr>
              <a:t>✅ ผลลัพธ์ใน Sheets: Column "Offered Candidate" จะกลายเป็น
Hyperlink สีฟ้า คลิกเปิด CV ใน Google Drive ได้เลย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🟦  Onboarding — บันทึกวันเริ่มงาน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F7D0"/>
                </a:solidFill>
              </a:rPr>
              <a:t>เมื่อผู้สมัคร Accept Offer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475488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47548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</a:rPr>
              <a:t>🟦  Waiting Onboarding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กรุณากรอกข้อมูลผู้สมัครที่รับ offer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ชื่อ CANDIDATE 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788920"/>
            <a:ext cx="41605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8529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ชื่อ-นามสกุล ผู้สมัคร 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74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วันเริ่มงาน 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794760"/>
            <a:ext cx="41605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8587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📅  เลือกวันที่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4434840"/>
            <a:ext cx="4160520" cy="41148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49884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97706"/>
                </a:solidFill>
              </a:rPr>
              <a:t>⚠️ ทั้งสองช่องนี้ บังคับกรอก ก่อนกด ยืนยัน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5394960"/>
            <a:ext cx="1737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4589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ยกเลิก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5394960"/>
            <a:ext cx="21031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545896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ยืนยัน Onboarding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371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9488"/>
                </a:solidFill>
              </a:rPr>
              <a:t>สิ่งที่เกิดขึ้นอัตโนมัติ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011680"/>
            <a:ext cx="54864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4768" y="20116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</a:rPr>
              <a:t>📊 Google Sheets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239572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บันทึกชื่อ Candidate ใน Column K
และวันเริ่มงานใน Column 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291840"/>
            <a:ext cx="54864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32918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</a:rPr>
              <a:t>📣 Slack แจ้งทีม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67588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ส่งข้อความไป #internal-hc-updates
ว่าเคสนี้อยู่ระหว่าง Onboarding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4572000"/>
            <a:ext cx="54864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4768" y="45720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</a:rPr>
              <a:t>📜 Audit 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495604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บันทึกประวัติการเปลี่ยน Status
พร้อม timestamp อัตโนมัติ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📁  JD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F7D0"/>
                </a:solidFill>
              </a:rPr>
              <a:t>ไฟล์ Job Description ของแต่ละตำแหน่ง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1335024"/>
            <a:ext cx="7772400" cy="5303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77724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04_jd_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307592"/>
            <a:ext cx="7717536" cy="5248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21040" y="1280160"/>
            <a:ext cx="36576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417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</a:rPr>
              <a:t>JD Files ใช้ทำอะไร?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58200" y="1965960"/>
            <a:ext cx="4572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9659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📄 ดู JD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3134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เปิดอ่านรายละเอียดงาน
ก่อนเริ่ม Recruit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2944368"/>
            <a:ext cx="4572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29443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🔍 ค้นหา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291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หาด้วยชื่อตำแหน่ง
หรือชื่อแผนก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3922776"/>
            <a:ext cx="4572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92277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⬇️ Download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42702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โหลดไฟล์มาที่เครื่อง
หรือ Share ต่อได้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4901183"/>
            <a:ext cx="4572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4901183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📋 Preview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5248655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ดูออนไลน์โดยตรง
ไม่ต้อง download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5943600"/>
            <a:ext cx="3383280" cy="438912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5989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2700A"/>
                </a:solidFill>
              </a:rPr>
              <a:t>💡 Manager จะ upload JD
ตอนยื่น Request เอง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🔍  Audit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F7D0"/>
                </a:solidFill>
              </a:rPr>
              <a:t>ประวัติทุกการเปลี่ยนแปลงในระบบ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2464" y="1335024"/>
            <a:ext cx="8275320" cy="5303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1280160"/>
            <a:ext cx="82753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05_audit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1307592"/>
            <a:ext cx="8220456" cy="5248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1280160"/>
            <a:ext cx="32004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4173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A580C"/>
                </a:solidFill>
              </a:rPr>
              <a:t>บันทึกอะไร
บ้าง?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468880"/>
            <a:ext cx="54864" cy="320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ทุกครั้งที่ Status เปลี่ยน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127248"/>
            <a:ext cx="54864" cy="320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0358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Manager Submit request ใหม่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785616"/>
            <a:ext cx="54864" cy="320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69417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TA รับ / โอนเคส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443984"/>
            <a:ext cx="54864" cy="320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3525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Reject พร้อมเหตุผล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102352"/>
            <a:ext cx="54864" cy="320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0109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Upload / ลบ JD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897880"/>
            <a:ext cx="292608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943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A580C"/>
                </a:solidFill>
              </a:rPr>
              <a:t>📊 กรอง / Export ได้
ตาม HCID, TA, หรือวันที่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สรุป Tips สำหรับ TA 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BBF7D0"/>
                </a:solidFill>
              </a:rPr>
              <a:t>จำ 5 ข้อนี้ไว้ก็พอ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611880" cy="1965960"/>
          </a:xfrm>
          <a:prstGeom prst="rect">
            <a:avLst/>
          </a:prstGeom>
          <a:solidFill>
            <a:srgbClr val="00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3611880" cy="64008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🔁  อัพ Status ทันที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F7D0"/>
                </a:solidFill>
              </a:rPr>
              <a:t>พอมีความคืบหน้า อย่ารอ —
ทีมทั้งหมดจะเห็นได้เลย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1508760"/>
            <a:ext cx="3611880" cy="1965960"/>
          </a:xfrm>
          <a:prstGeom prst="rect">
            <a:avLst/>
          </a:prstGeom>
          <a:solidFill>
            <a:srgbClr val="00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508760"/>
            <a:ext cx="3611880" cy="64008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6916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📋  Offering → ใส่ CV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40280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F7D0"/>
                </a:solidFill>
              </a:rPr>
              <a:t>วาง Google Drive link
(ต้อง Share "Anyone with link")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0456" y="1508760"/>
            <a:ext cx="3611880" cy="1965960"/>
          </a:xfrm>
          <a:prstGeom prst="rect">
            <a:avLst/>
          </a:prstGeom>
          <a:solidFill>
            <a:srgbClr val="00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0456" y="1508760"/>
            <a:ext cx="3611880" cy="64008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16916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🟦  Onboarding → วันเริ่มงาน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2240280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F7D0"/>
                </a:solidFill>
              </a:rPr>
              <a:t>กรอกวันที่ให้ถูกต้อง
Sync ไป Sheets อัตโนมัติ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57600"/>
            <a:ext cx="3611880" cy="1965960"/>
          </a:xfrm>
          <a:prstGeom prst="rect">
            <a:avLst/>
          </a:prstGeom>
          <a:solidFill>
            <a:srgbClr val="00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657600"/>
            <a:ext cx="3611880" cy="64008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4048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🗂️  My Cases = หน้าทำงาน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89120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F7D0"/>
                </a:solidFill>
              </a:rPr>
              <a:t>ดูแค่เคสของตัวเอง
สะดวกกว่า All Requests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1688" y="3657600"/>
            <a:ext cx="3611880" cy="1965960"/>
          </a:xfrm>
          <a:prstGeom prst="rect">
            <a:avLst/>
          </a:prstGeom>
          <a:solidFill>
            <a:srgbClr val="00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61688" y="3657600"/>
            <a:ext cx="3611880" cy="64008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84048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📣  Slack แจ้งทุก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389120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F7D0"/>
                </a:solidFill>
              </a:rPr>
              <a:t>ทุก Status change แจ้ง
#internal-hc-updates เอง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EE7B7"/>
                </a:solidFill>
              </a:rPr>
              <a:t>hcrequest.web.app  |  ติดต่อ Admin หากมีปัญหา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