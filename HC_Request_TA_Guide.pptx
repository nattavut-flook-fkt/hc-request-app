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065"/>
                </a:solidFill>
              </a:rPr>
              <a:t>HC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HC Request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BBF7D0"/>
                </a:solidFill>
              </a:rPr>
              <a:t>คู่มือการใช้งานสำหรับ TA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E7B7"/>
                </a:solidFill>
              </a:rPr>
              <a:t>Talent Acquisition · People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703320"/>
            <a:ext cx="3959352" cy="36576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</a:rPr>
              <a:t>TA ทำอะไรได้บ้างในระบบ?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1772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065"/>
                </a:solidFill>
              </a:rPr>
              <a:t>รับเคสและเปลี่ยนสถานะ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61772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464515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338CA"/>
                </a:solidFill>
              </a:rPr>
              <a:t>ดู Dashboard ภาพรวม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61772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464515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</a:rPr>
              <a:t>จัดการ JD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617720"/>
            <a:ext cx="25603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464515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</a:rPr>
              <a:t>ดู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</a:rPr>
              <a:t>hcrequest.web.app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ภาพรวมระบบ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หน้าจอหลักที่ TA จะใช้งาน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54480"/>
            <a:ext cx="219456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28800"/>
            <a:ext cx="685800" cy="685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338CA"/>
                </a:solidFill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31089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ภาพรวมทุกเคส
สถิติ pipeline 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1" y="1554480"/>
            <a:ext cx="219456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8999" y="1828800"/>
            <a:ext cx="685800" cy="68580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999" y="184708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3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65"/>
                </a:solidFill>
              </a:rPr>
              <a:t>All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3" y="31089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ดู request ทั้งหมด
กรอง / ค้นหาได้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1554480"/>
            <a:ext cx="219456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82880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4708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</a:rPr>
              <a:t>My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31089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เฉพาะเคสที่
รับผิดชอบอยู่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631" y="1554480"/>
            <a:ext cx="219456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92439" y="1828800"/>
            <a:ext cx="685800" cy="685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39" y="184708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JD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31089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ไฟล์ Job Description
แนบกับแต่ละตำแหน่ง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1554480"/>
            <a:ext cx="219456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4160" y="1828800"/>
            <a:ext cx="685800" cy="685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84708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1089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ประวัติทุกการเปลี่ยนแปลง
ใช้ตรวจสอบ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</a:rPr>
              <a:t>💡  Sidebar ด้านซ้ายมือมีเมนูครบทุกอัน — คลิกเพื่อสลับหน้าได้เลย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Status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ลำดับสถานะที่ TA จะเปลี่ยนในแต่ละเคส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600200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Manager เปิดเคสใหม่
รอ TA รับ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7744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424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2848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2848" y="1691640"/>
            <a:ext cx="1600200" cy="109728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65"/>
                </a:solidFill>
              </a:rPr>
              <a:t>Recruiting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กำลังหา
ผู้สมัคร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37744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2232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05656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05656" y="1691640"/>
            <a:ext cx="1600200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🗣️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5656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</a:rPr>
              <a:t>Interviewing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7096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อยู่ระหว่าง
สัมภาษณ์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1576" y="237744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98464" y="1691640"/>
            <a:ext cx="1600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8464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Offering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ส่ง Offer
+ บันทึก 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4" y="237744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7848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91272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91272" y="1691640"/>
            <a:ext cx="1600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2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</a:rPr>
              <a:t>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2712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รอเริ่มงาน
+ วันที่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237744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0656" y="1728216"/>
            <a:ext cx="160020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1691640"/>
            <a:ext cx="1600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84080" y="1691640"/>
            <a:ext cx="1600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187452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4963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Closed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Onboard
สำเร็จ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023360"/>
            <a:ext cx="502920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69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❌  Rejected — TA สามารถ Reject เคสได้ทุกสถานะ พร้อมกรอกเหตุผล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4023360"/>
            <a:ext cx="5943600" cy="6400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4069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580C"/>
                </a:solidFill>
              </a:rPr>
              <a:t>🚫  Cancelled — เฉพาะ Admin เท่านั้น (ยกเลิกโดย Manager/HR)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</a:rPr>
              <a:t>💡  TA เปลี่ยน status ได้จาก dropdown ในตาราง All Requests หรือ My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ภาพรวมทุกเคสในระบบ — หน้าแรกที่เห็นหลัง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743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64008" cy="11887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065"/>
                </a:solidFill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Active Requests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08760"/>
            <a:ext cx="2743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08760"/>
            <a:ext cx="64008" cy="1188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338CA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Recruiting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2743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Offering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508760"/>
            <a:ext cx="2743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508760"/>
            <a:ext cx="64008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9488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Closed (เดือนนี้)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สิ่งที่เห็นใน Dashboard: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918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📈  Stat Cards — จำนวนเคสแต่ละสถานะ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📅  Monthly Pipeline — กราฟ timeline แต่ละเดือน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👤  TA Workload — เคสของแต่ละ 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📋  ตารางเคสทั้งหมด พร้อม filter / sort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⏱️  SLA Timer — นับวันที่ใช้ต่อเคส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394960" cy="27432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065"/>
                </a:solidFill>
              </a:rPr>
              <a:t>💡 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065F46"/>
                </a:solidFill>
              </a:rPr>
              <a:t>•  กดที่ชื่อ TA ใน Workload Panel
เพื่อ filter ดูเฉพาะเคสของ TA คนนั้น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5F46"/>
                </a:solidFill>
              </a:rPr>
              <a:t>•  แถบสี SLA แดง = เกินกำหนด,
เขียว = อยู่ในเวลา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5F46"/>
                </a:solidFill>
              </a:rPr>
              <a:t>•  กด tab สถานะด้านบนตารางเพื่อ
กรองเฉพาะ status ที่ต้องการ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📋 All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ดู request ทั้งหมดในระบบ — เปลี่ยน status ได้จากหน้านี้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45720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PIC (TA)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11680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03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REQ-2026-429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Marketing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Marketing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103120"/>
            <a:ext cx="1325880" cy="2926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1214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Recruiting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Noon 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27-Apr-26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12d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14600"/>
            <a:ext cx="1161288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06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REQ-2026-428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606040"/>
            <a:ext cx="13258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6243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Offering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Art 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20-Apr-26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2606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19d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17520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108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REQ-2026-427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Logistics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Logistic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108960"/>
            <a:ext cx="132588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1272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15-Apr-26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24d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657600"/>
            <a:ext cx="3794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65"/>
                </a:solidFill>
              </a:rPr>
              <a:t>🔍 ค้นหา &amp; กรอง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1605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พิมพ์ชื่อตำแหน่ง / แผนก / HCID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กดแท็บ status ด้านบนตาราง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filter เฉพาะเคสของตัวเอง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0248" y="3657600"/>
            <a:ext cx="3794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7408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65"/>
                </a:solidFill>
              </a:rPr>
              <a:t>⚡ เปลี่ยน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1605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กด dropdown ที่ช่อง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เลือก status ใหม่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กรอกข้อมูลเพิ่ม (ถ้ามี popup)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3657600"/>
            <a:ext cx="3794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767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065"/>
                </a:solidFill>
              </a:rPr>
              <a:t>📌 ข้อมูลในตาราง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41605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SLA นับวันตั้งแต่ Open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PIC = TA คนรับเคส (auto-assign)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→  คลิกแถวเพื่อดูรายละเอียด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🗂️ My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เฉพาะเคสที่คุณรับผิดชอบอยู่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4864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065"/>
                </a:solidFill>
              </a:rPr>
              <a:t>My Cases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✓  แสดงเฉพาะเคสที่ assign มาให้คุณ
(ชื่อคุณอยู่ใน PIC column)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✓  ใช้งานแทน All Requests ได้เลยถ้า
ต้องการดูแค่งานของตัวเอง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✓  เปลี่ยน Status / กรอกข้อมูล
ได้เหมือนกันทุกอย่าง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✓  มี SLA timer บอกว่าแต่ละเคส
ใช้เวลาไปแล้วกี่วัน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486400" cy="41148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</a:rPr>
              <a:t>Auto-Assign คืออะไร?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65F46"/>
                </a:solidFill>
              </a:rPr>
              <a:t>✓  เมื่อ TA เปลี่ยนสถานะเคสจาก Open
เป็น Recruiting (หรือสถานะอื่น) ครั้งแรก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5F46"/>
                </a:solidFill>
              </a:rPr>
              <a:t>✓  ระบบจะ assign เคสนั้นให้
TA คนที่กดเปลี่ยนสถานะอัตโนมัติ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5F46"/>
                </a:solidFill>
              </a:rPr>
              <a:t>✓  ชื่อ TA จะปรากฏใน PIC column
ใน Sheets และ Dashboard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5F46"/>
                </a:solidFill>
              </a:rPr>
              <a:t>✓  ถ้า Admin อยากโอนเคส → ทำได้
จากหน้า All Requests (Admin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📋 Offering — วิธีบันทึกข้อมูล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เมื่อส่ง Offer ให้ผู้สมัครแล้ว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645920"/>
            <a:ext cx="594360" cy="5943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6420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</a:rPr>
              <a:t>เปลี่ยน Status → Offering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25603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กดที่ dropdown Status
ในตาราง แล้วเลือก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1645920"/>
            <a:ext cx="594360" cy="5943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66420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กรอก Candidate (optional)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926080"/>
            <a:ext cx="25603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ใส่ชื่อ-นามสกุลผู้สมัคร
ที่ได้รับ 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1645920"/>
            <a:ext cx="594360" cy="5943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66420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65"/>
                </a:solidFill>
              </a:rPr>
              <a:t>วางลิ้ง CV (optional)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25603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Copy link จาก Google Drive
(ต้องตั้ง share → Anyone with link)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774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0" y="164592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66420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</a:rPr>
              <a:t>กด ยืนยัน Offering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926080"/>
            <a:ext cx="25603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ระบบบันทึก + sync ไป
Google Sheets อัตโนมัติ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06240"/>
            <a:ext cx="11521440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15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065"/>
                </a:solidFill>
              </a:rPr>
              <a:t>✅  ผลลัพธ์ใน Google Sheets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5F46"/>
                </a:solidFill>
              </a:rPr>
              <a:t>Column K (Offered Candidate) จะแสดงชื่อผู้สมัครเป็น Hyperlink สีฟ้า — คลิกได้เลยเพื่อเปิด CV ใน Google Drive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715000"/>
            <a:ext cx="1152144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580C"/>
                </a:solidFill>
              </a:rPr>
              <a:t>⚠️  ไฟล์ CV ใน Google Drive ต้องตั้ง Share → Anyone with the link (Viewer) ก่อน ไม่งั้นคนอื่นเปิดไม่ได้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🟦 Onboarding — บันทึกผู้สมัครที่ตอบรับ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ใช้เมื่อผู้สมัคร Accept Offer แล้ว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9436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</a:rPr>
              <a:t>ขั้นตอน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4028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เปลี่ยน Status →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เลือกจาก dropdown เหมือนเดิม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10895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กรอกชื่อ Candidate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107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บังคับกรอก — ต้องมีชื่อก่อนกด ยืนยัน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9776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8678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เลือกวันเริ่มงาน 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79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บังคับกรอก — เลือกจาก date picker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8463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554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กด ยืนยัน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48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ระบบ sync ไป Sheets → col P (Onboard Date)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554480"/>
            <a:ext cx="5303520" cy="4663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</a:rPr>
              <a:t>สิ่งที่จะเกิดขึ้นอัตโนมัติ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19456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194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Google Sheets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42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บันทึกชื่อและวันเริ่มงาน
ใน column K และ 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8328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Slack #internal-hc-updates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7307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แจ้งทีมว่าเคสนี้
อยู่ระหว่าง Onboarding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57200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572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9194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บันทึกประวัติการเปลี่ยนสถานะ
พร้อม timestamp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📁 JD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ไฟล์ Job Description ของแต่ละตำแหน่ง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57784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JD Files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📄  เก็บไฟล์ JD (PDF/Word) แนบกับ request แต่ละอัน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📄  Manager สามารถอัพโหลด JD ตอนยื่น request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📄  TA เปิดดูได้จากหน้านี้โดยตรง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📄  ค้นหาด้วยชื่อตำแหน่ง / แผนก ได้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📄  กด Download เพื่อโหลดไฟล์มาที่เครื่อง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46634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วิธีใช้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249424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58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945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ไปที่เมนู JD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420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จาก Sidebar ด้านซ้าย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346703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5584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9183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ค้นหาตำแหน่งที่ต้องการ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39311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พิมพ์ชื่อในช่อง Search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443984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531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3891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คลิก Preview หรือ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7365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เปิดดู JD ออนไลน์ หรือโหลดไฟล์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🔍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F7D0"/>
                </a:solidFill>
              </a:rPr>
              <a:t>ประวัติทุกการเปลี่ยนแปลงในระบบ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532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557784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</a:rPr>
              <a:t>Audit Log บันทึกอะไรบ้าง?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📌  ทุกครั้งที่ Status เปลี่ยน (ใคร, เมื่อไหร่, จากอะไร → อะไร)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📌  การ Submit request ใหม่ (Manager)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📌  การ Assign TA ให้เคส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📌  การ Reject พร้อมเหตุผล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📌  การ Upload / ลบไฟล์ JD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43891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</a:rPr>
              <a:t>ใช้ประโยชน์อย่างไร?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78350F"/>
                </a:solidFill>
              </a:rPr>
              <a:t>→  ตรวจสอบว่าใคร Update เคสล่าสุด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8350F"/>
                </a:solidFill>
              </a:rPr>
              <a:t>→  ดูว่าเคสนี้อยู่ใน Status นี้มานานแค่ไหน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8350F"/>
                </a:solidFill>
              </a:rPr>
              <a:t>→  ใช้ตรวจสอบเมื่อมีข้อโต้แย้ง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8350F"/>
                </a:solidFill>
              </a:rPr>
              <a:t>→  Export ข้อมูลสำหรับ HR Report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78350F"/>
                </a:solidFill>
              </a:rPr>
              <a:t>→  กรองด้วย HCID / ชื่อ TA / วันที่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สรุป Tips สำหรับ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F7D0"/>
                </a:solidFill>
              </a:rPr>
              <a:t>จำ 5 ข้อนี้ไว้ก็พอ 😊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94760" cy="1874519"/>
          </a:xfrm>
          <a:prstGeom prst="rect">
            <a:avLst/>
          </a:prstGeom>
          <a:solidFill>
            <a:srgbClr val="06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🔁  เปลี่ยน Status 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3317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พอมีความคืบหน้าแต่ละขั้น อย่าลืมอัพ status
ในระบบ — ทีมทั้งหมดจะเห็นได้เลย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691640"/>
            <a:ext cx="3794760" cy="1874519"/>
          </a:xfrm>
          <a:prstGeom prst="rect">
            <a:avLst/>
          </a:prstGeom>
          <a:solidFill>
            <a:srgbClr val="06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1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📋  Offering → กรอก CV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1" y="23317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วาง Google Drive link ของ CV
(ต้องตั้ง 'Anyone with link' ก่อน)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9" y="1691640"/>
            <a:ext cx="3794760" cy="1874519"/>
          </a:xfrm>
          <a:prstGeom prst="rect">
            <a:avLst/>
          </a:prstGeom>
          <a:solidFill>
            <a:srgbClr val="06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🟦  Onboarding → ใส่วันเริ่มงาน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3317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กรอกวันที่ถูกต้อง — จะ sync ไป Sheets
โดยอัตโนมัติ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94760"/>
            <a:ext cx="3794760" cy="1874519"/>
          </a:xfrm>
          <a:prstGeom prst="rect">
            <a:avLst/>
          </a:prstGeom>
          <a:solidFill>
            <a:srgbClr val="06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🔍  My Cases = หน้าทำงานหลัก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4348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ใช้ My Cases แทน All Requests
เพื่อดูแค่เคสของตัวเอง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3794760"/>
            <a:ext cx="3794760" cy="1874519"/>
          </a:xfrm>
          <a:prstGeom prst="rect">
            <a:avLst/>
          </a:prstGeom>
          <a:solidFill>
            <a:srgbClr val="06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📣  Slack แจ้งทุก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44348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F7D0"/>
                </a:solidFill>
              </a:rPr>
              <a:t>ทุก status change จะแจ้ง
#internal-hc-updates อัตโนมัติ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EE7B7"/>
                </a:solidFill>
              </a:rPr>
              <a:t>hcrequest.web.app  |  ติดต่อ Admin ถ้ามีปัญหา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